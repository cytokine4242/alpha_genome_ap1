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slide 5.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pic>
        <p:nvPicPr>
          <p:cNvPr id="3" name="Image 0" descr="/Users/z5162865/WongLab/AlphaGenome_Ap1/Analysis/slide_figures/d1_pipeline.png">    </p:cNvPr>
          <p:cNvPicPr>
            <a:picLocks noChangeAspect="1"/>
          </p:cNvPicPr>
          <p:nvPr/>
        </p:nvPicPr>
        <p:blipFill>
          <a:blip r:embed="rId1"/>
          <a:stretch>
            <a:fillRect/>
          </a:stretch>
        </p:blipFill>
        <p:spPr>
          <a:xfrm>
            <a:off x="457200" y="1769613"/>
            <a:ext cx="11247120" cy="3455933"/>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pic>
        <p:nvPicPr>
          <p:cNvPr id="3" name="Image 0" descr="/Users/z5162865/WongLab/AlphaGenome_Ap1/Analysis/slide_figures/d2_transplant.png">    </p:cNvPr>
          <p:cNvPicPr>
            <a:picLocks noChangeAspect="1"/>
          </p:cNvPicPr>
          <p:nvPr/>
        </p:nvPicPr>
        <p:blipFill>
          <a:blip r:embed="rId1"/>
          <a:stretch>
            <a:fillRect/>
          </a:stretch>
        </p:blipFill>
        <p:spPr>
          <a:xfrm>
            <a:off x="457200" y="1626468"/>
            <a:ext cx="11247120" cy="3742224"/>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 Up = AP-1 gained, Down = AP-1 lost;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pic>
        <p:nvPicPr>
          <p:cNvPr id="3" name="Image 0" descr="/Users/z5162865/WongLab/AlphaGenome_Ap1/Analysis/slide_figures/d3_swap.png">    </p:cNvPr>
          <p:cNvPicPr>
            <a:picLocks noChangeAspect="1"/>
          </p:cNvPicPr>
          <p:nvPr/>
        </p:nvPicPr>
        <p:blipFill>
          <a:blip r:embed="rId1"/>
          <a:stretch>
            <a:fillRect/>
          </a:stretch>
        </p:blipFill>
        <p:spPr>
          <a:xfrm>
            <a:off x="457200" y="1667367"/>
            <a:ext cx="11247120" cy="3660426"/>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The two weights are drawn pulling against each other from a common zero.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pic>
        <p:nvPicPr>
          <p:cNvPr id="3" name="Image 0" descr="/Users/z5162865/WongLab/AlphaGenome_Ap1/Analysis/slide_figures/d4_shuffle.png">    </p:cNvPr>
          <p:cNvPicPr>
            <a:picLocks noChangeAspect="1"/>
          </p:cNvPicPr>
          <p:nvPr/>
        </p:nvPicPr>
        <p:blipFill>
          <a:blip r:embed="rId1"/>
          <a:stretch>
            <a:fillRect/>
          </a:stretch>
        </p:blipFill>
        <p:spPr>
          <a:xfrm>
            <a:off x="457200" y="1340178"/>
            <a:ext cx="11247120" cy="4314804"/>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pic>
        <p:nvPicPr>
          <p:cNvPr id="3" name="Image 0" descr="/Users/z5162865/WongLab/AlphaGenome_Ap1/Analysis/slide_figures/d5_scan.png">    </p:cNvPr>
          <p:cNvPicPr>
            <a:picLocks noChangeAspect="1"/>
          </p:cNvPicPr>
          <p:nvPr/>
        </p:nvPicPr>
        <p:blipFill>
          <a:blip r:embed="rId1"/>
          <a:stretch>
            <a:fillRect/>
          </a:stretch>
        </p:blipFill>
        <p:spPr>
          <a:xfrm>
            <a:off x="457200" y="1227707"/>
            <a:ext cx="11247120" cy="4539747"/>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pic>
        <p:nvPicPr>
          <p:cNvPr id="3" name="Image 0" descr="/Users/z5162865/WongLab/AlphaGenome_Ap1/Analysis/slide_figures/d6_titration.png">    </p:cNvPr>
          <p:cNvPicPr>
            <a:picLocks noChangeAspect="1"/>
          </p:cNvPicPr>
          <p:nvPr/>
        </p:nvPicPr>
        <p:blipFill>
          <a:blip r:embed="rId1"/>
          <a:stretch>
            <a:fillRect/>
          </a:stretch>
        </p:blipFill>
        <p:spPr>
          <a:xfrm>
            <a:off x="457200" y="1186808"/>
            <a:ext cx="11247120" cy="4621544"/>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2026-10-25T02:07:33Z</dcterms:created>
  <dcterms:modified xsi:type="dcterms:W3CDTF">2026-10-25T02:07:33Z</dcterms:modified>
</cp:coreProperties>
</file>