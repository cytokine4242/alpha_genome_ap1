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4b8df9-e9dd-8971-0125-85c9b77acac5}">
          <p14:sldIdLst>
            <p14:sldId id="256"/>
          </p14:sldIdLst>
        </p14:section>
        <p14:section name="Design" id="{b91d1c51-930b-1b54-1c5a-baa0fbee1b16}">
          <p14:sldIdLst>
            <p14:sldId id="257"/>
            <p14:sldId id="258"/>
          </p14:sldIdLst>
        </p14:section>
        <p14:section name="Findings" id="{84946235-d32e-ee27-874a-da95fc886d38}">
          <p14:sldIdLst>
            <p14:sldId id="259"/>
            <p14:sldId id="260"/>
            <p14:sldId id="261"/>
            <p14:sldId id="262"/>
            <p14:sldId id="263"/>
            <p14:sldId id="264"/>
            <p14:sldId id="265"/>
            <p14:sldId id="266"/>
          </p14:sldIdLst>
        </p14:section>
        <p14:section name="Conclusion" id="{e59ede7a-5732-7841-7709-8e479c821e60}">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Dynamic sites lose less to every wide edit. Matching now holds measured snATAC accessibility constant as well as the predicted value, peak width and TSS distance; that removes most of the gap but not all of it. What survives is confined to the 170 bp scale: the motif and the whole peak are worth the same to both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dose-response slope tracks core quality measured independently from the genome sequence, rho 0.30.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Most of the difference is chromatin, not sequence</a:t>
            </a:r>
            <a:endParaRPr lang="en-US" sz="2800" dirty="0"/>
          </a:p>
        </p:txBody>
      </p:sp>
      <p:pic>
        <p:nvPicPr>
          <p:cNvPr id="3" name="Image 0" descr="/Users/z5162865/WongLab/AlphaGenome_Ap1/Analysis/slide_figures/d_block.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2_matched_null.png">    </p:cNvPr>
          <p:cNvPicPr>
            <a:picLocks noChangeAspect="1"/>
          </p:cNvPicPr>
          <p:nvPr/>
        </p:nvPicPr>
        <p:blipFill>
          <a:blip r:embed="rId2"/>
          <a:stretch>
            <a:fillRect/>
          </a:stretch>
        </p:blipFill>
        <p:spPr>
          <a:xfrm>
            <a:off x="1832087" y="2029968"/>
            <a:ext cx="8497347" cy="3657600"/>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motif and the whole peak behave the same once context is matched; a residual 170 bp difference survives, and the next slide shows what it is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8_partners.png">    </p:cNvPr>
          <p:cNvPicPr>
            <a:picLocks noChangeAspect="1"/>
          </p:cNvPicPr>
          <p:nvPr/>
        </p:nvPicPr>
        <p:blipFill>
          <a:blip r:embed="rId2"/>
          <a:stretch>
            <a:fillRect/>
          </a:stretch>
        </p:blipFill>
        <p:spPr>
          <a:xfrm>
            <a:off x="502920" y="2177702"/>
            <a:ext cx="11155680" cy="3371276"/>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missing their closest MEF2</a:t>
            </a:r>
            <a:endParaRPr lang="en-US" sz="2800" dirty="0"/>
          </a:p>
        </p:txBody>
      </p:sp>
      <p:pic>
        <p:nvPicPr>
          <p:cNvPr id="3" name="Image 0" descr="/Users/z5162865/WongLab/AlphaGenome_Ap1/Analysis/slide_figures/s7_spacing.png">    </p:cNvPr>
          <p:cNvPicPr>
            <a:picLocks noChangeAspect="1"/>
          </p:cNvPicPr>
          <p:nvPr/>
        </p:nvPicPr>
        <p:blipFill>
          <a:blip r:embed="rId1"/>
          <a:stretch>
            <a:fillRect/>
          </a:stretch>
        </p:blipFill>
        <p:spPr>
          <a:xfrm>
            <a:off x="502920" y="1703295"/>
            <a:ext cx="11155680" cy="335997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sits 2.67× more often right beside the motif than chance, and it is the age-gained sites that lack one (FDR 0.03)</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d_base.png">    </p:cNvPr>
          <p:cNvPicPr>
            <a:picLocks noChangeAspect="1"/>
          </p:cNvPicPr>
          <p:nvPr/>
        </p:nvPicPr>
        <p:blipFill>
          <a:blip r:embed="rId1"/>
          <a:stretch>
            <a:fillRect/>
          </a:stretch>
        </p:blipFill>
        <p:spPr>
          <a:xfrm>
            <a:off x="502920" y="998536"/>
            <a:ext cx="7223760" cy="929007"/>
          </a:xfrm>
          <a:prstGeom prst="rect">
            <a:avLst/>
          </a:prstGeom>
        </p:spPr>
      </p:pic>
      <p:pic>
        <p:nvPicPr>
          <p:cNvPr id="4" name="Image 1" descr="/Users/z5162865/WongLab/AlphaGenome_Ap1/Analysis/slide_figures/s3_dependence.png">    </p:cNvPr>
          <p:cNvPicPr>
            <a:picLocks noChangeAspect="1"/>
          </p:cNvPicPr>
          <p:nvPr/>
        </p:nvPicPr>
        <p:blipFill>
          <a:blip r:embed="rId2"/>
          <a:stretch>
            <a:fillRect/>
          </a:stretch>
        </p:blipFill>
        <p:spPr>
          <a:xfrm>
            <a:off x="773919" y="2029968"/>
            <a:ext cx="10613681" cy="3657600"/>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this is the part that survives matching: a responsive site has no single anchor holding it open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Motif strength is a switch; position is a dial</a:t>
            </a:r>
            <a:endParaRPr lang="en-US" sz="2800" dirty="0"/>
          </a:p>
        </p:txBody>
      </p:sp>
      <p:pic>
        <p:nvPicPr>
          <p:cNvPr id="3" name="Image 0" descr="/Users/z5162865/WongLab/AlphaGenome_Ap1/Analysis/slide_figures/d_titr.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4_titration.png">    </p:cNvPr>
          <p:cNvPicPr>
            <a:picLocks noChangeAspect="1"/>
          </p:cNvPicPr>
          <p:nvPr/>
        </p:nvPicPr>
        <p:blipFill>
          <a:blip r:embed="rId2"/>
          <a:stretch>
            <a:fillRect/>
          </a:stretch>
        </p:blipFill>
        <p:spPr>
          <a:xfrm>
            <a:off x="502920" y="2095594"/>
            <a:ext cx="11155680" cy="3535492"/>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wrong base costs −0.45 of the −0.56 total and a moved motif recovers only a third — but every class titrates the same way</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pic>
        <p:nvPicPr>
          <p:cNvPr id="3" name="Image 0" descr="/Users/z5162865/WongLab/AlphaGenome_Ap1/Analysis/slide_figures/s5_age_gained.png">    </p:cNvPr>
          <p:cNvPicPr>
            <a:picLocks noChangeAspect="1"/>
          </p:cNvPicPr>
          <p:nvPr/>
        </p:nvPicPr>
        <p:blipFill>
          <a:blip r:embed="rId1"/>
          <a:stretch>
            <a:fillRect/>
          </a:stretch>
        </p:blipFill>
        <p:spPr>
          <a:xfrm>
            <a:off x="805222" y="1097280"/>
            <a:ext cx="10551077" cy="3794760"/>
          </a:xfrm>
          <a:prstGeom prst="rect">
            <a:avLst/>
          </a:prstGeom>
        </p:spPr>
      </p:pic>
      <p:sp>
        <p:nvSpPr>
          <p:cNvPr id="4"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pic>
        <p:nvPicPr>
          <p:cNvPr id="3" name="Image 0" descr="/Users/z5162865/WongLab/AlphaGenome_Ap1/Analysis/slide_figures/s6_mpra.png">    </p:cNvPr>
          <p:cNvPicPr>
            <a:picLocks noChangeAspect="1"/>
          </p:cNvPicPr>
          <p:nvPr/>
        </p:nvPicPr>
        <p:blipFill>
          <a:blip r:embed="rId1"/>
          <a:stretch>
            <a:fillRect/>
          </a:stretch>
        </p:blipFill>
        <p:spPr>
          <a:xfrm>
            <a:off x="1191113" y="2240280"/>
            <a:ext cx="9779295" cy="3520440"/>
          </a:xfrm>
          <a:prstGeom prst="rect">
            <a:avLst/>
          </a:prstGeom>
        </p:spPr>
      </p:pic>
      <p:sp>
        <p:nvSpPr>
          <p:cNvPr id="4"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5" name="Text 2"/>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6" name="Text 3"/>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7"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8" name="Text 5"/>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9" name="Text 6"/>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2026-10-23T00:26:43Z</dcterms:created>
  <dcterms:modified xsi:type="dcterms:W3CDTF">2026-10-23T00:26:43Z</dcterms:modified>
</cp:coreProperties>
</file>