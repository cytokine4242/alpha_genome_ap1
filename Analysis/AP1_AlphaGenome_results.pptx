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da546c-cb59-4011-5de4-a77b9aaf8a87}">
          <p14:sldIdLst>
            <p14:sldId id="256"/>
          </p14:sldIdLst>
        </p14:section>
        <p14:section name="Design" id="{fe987b89-4c3d-90fa-a170-74b99a9e9aba}">
          <p14:sldIdLst>
            <p14:sldId id="257"/>
            <p14:sldId id="258"/>
          </p14:sldIdLst>
        </p14:section>
        <p14:section name="Findings" id="{0b16b728-5e9f-5f2d-1dcb-0ee85ff4c50f}">
          <p14:sldIdLst>
            <p14:sldId id="259"/>
            <p14:sldId id="260"/>
            <p14:sldId id="261"/>
            <p14:sldId id="262"/>
            <p14:sldId id="263"/>
            <p14:sldId id="264"/>
            <p14:sldId id="265"/>
            <p14:sldId id="266"/>
          </p14:sldIdLst>
        </p14:section>
        <p14:section name="Conclusion" id="{d67d867a-1178-dc02-8c44-4a3b086ecb0e}">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dose-response slope tracks core quality measured independently from the genome sequence, rho 0.30.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pic>
        <p:nvPicPr>
          <p:cNvPr id="3" name="Image 0" descr="/Users/z5162865/WongLab/AlphaGenome_Ap1/Analysis/slide_figures/s2_matched_null.png">    </p:cNvPr>
          <p:cNvPicPr>
            <a:picLocks noChangeAspect="1"/>
          </p:cNvPicPr>
          <p:nvPr/>
        </p:nvPicPr>
        <p:blipFill>
          <a:blip r:embed="rId1"/>
          <a:stretch>
            <a:fillRect/>
          </a:stretch>
        </p:blipFill>
        <p:spPr>
          <a:xfrm>
            <a:off x="657675" y="1051560"/>
            <a:ext cx="10846171" cy="461772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behaves the same way: the motif and the whole peak close up under matching, the 170 bp element does not — except Age Down, which closes up everywhere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8_partners.png">    </p:cNvPr>
          <p:cNvPicPr>
            <a:picLocks noChangeAspect="1"/>
          </p:cNvPicPr>
          <p:nvPr/>
        </p:nvPicPr>
        <p:blipFill>
          <a:blip r:embed="rId2"/>
          <a:stretch>
            <a:fillRect/>
          </a:stretch>
        </p:blipFill>
        <p:spPr>
          <a:xfrm>
            <a:off x="502920" y="2146543"/>
            <a:ext cx="11155680" cy="3433595"/>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have less MEF2 beside them</a:t>
            </a:r>
            <a:endParaRPr lang="en-US" sz="2800" dirty="0"/>
          </a:p>
        </p:txBody>
      </p:sp>
      <p:pic>
        <p:nvPicPr>
          <p:cNvPr id="3" name="Image 0" descr="/Users/z5162865/WongLab/AlphaGenome_Ap1/Analysis/slide_figures/s7_spacing.png">    </p:cNvPr>
          <p:cNvPicPr>
            <a:picLocks noChangeAspect="1"/>
          </p:cNvPicPr>
          <p:nvPr/>
        </p:nvPicPr>
        <p:blipFill>
          <a:blip r:embed="rId1"/>
          <a:stretch>
            <a:fillRect/>
          </a:stretch>
        </p:blipFill>
        <p:spPr>
          <a:xfrm>
            <a:off x="502920" y="1951035"/>
            <a:ext cx="11155680" cy="2864491"/>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sits 2.67× more often right beside the motif than chance — and age-gained sites carry one far less often, 5.6% against 13.7% of matched controls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s3_dependence.png">    </p:cNvPr>
          <p:cNvPicPr>
            <a:picLocks noChangeAspect="1"/>
          </p:cNvPicPr>
          <p:nvPr/>
        </p:nvPicPr>
        <p:blipFill>
          <a:blip r:embed="rId1"/>
          <a:stretch>
            <a:fillRect/>
          </a:stretch>
        </p:blipFill>
        <p:spPr>
          <a:xfrm>
            <a:off x="735892" y="1051560"/>
            <a:ext cx="10689736" cy="461772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Motif strength is a switch; position is a dial</a:t>
            </a:r>
            <a:endParaRPr lang="en-US" sz="2800" dirty="0"/>
          </a:p>
        </p:txBody>
      </p:sp>
      <p:pic>
        <p:nvPicPr>
          <p:cNvPr id="3" name="Image 0" descr="/Users/z5162865/WongLab/AlphaGenome_Ap1/Analysis/slide_figures/d_titr.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4_titration.png">    </p:cNvPr>
          <p:cNvPicPr>
            <a:picLocks noChangeAspect="1"/>
          </p:cNvPicPr>
          <p:nvPr/>
        </p:nvPicPr>
        <p:blipFill>
          <a:blip r:embed="rId2"/>
          <a:stretch>
            <a:fillRect/>
          </a:stretch>
        </p:blipFill>
        <p:spPr>
          <a:xfrm>
            <a:off x="502920" y="2095594"/>
            <a:ext cx="11155680" cy="3535492"/>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wrong base costs −0.45 of the −0.56 total and a moved motif recovers only a third — but every class titrates the same way</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pic>
        <p:nvPicPr>
          <p:cNvPr id="3" name="Image 0" descr="/Users/z5162865/WongLab/AlphaGenome_Ap1/Analysis/slide_figures/s5_age_gained.png">    </p:cNvPr>
          <p:cNvPicPr>
            <a:picLocks noChangeAspect="1"/>
          </p:cNvPicPr>
          <p:nvPr/>
        </p:nvPicPr>
        <p:blipFill>
          <a:blip r:embed="rId1"/>
          <a:stretch>
            <a:fillRect/>
          </a:stretch>
        </p:blipFill>
        <p:spPr>
          <a:xfrm>
            <a:off x="805222" y="1097280"/>
            <a:ext cx="10551077" cy="3794760"/>
          </a:xfrm>
          <a:prstGeom prst="rect">
            <a:avLst/>
          </a:prstGeom>
        </p:spPr>
      </p:pic>
      <p:sp>
        <p:nvSpPr>
          <p:cNvPr id="4"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pic>
        <p:nvPicPr>
          <p:cNvPr id="3" name="Image 0" descr="/Users/z5162865/WongLab/AlphaGenome_Ap1/Analysis/slide_figures/s6_mpra.png">    </p:cNvPr>
          <p:cNvPicPr>
            <a:picLocks noChangeAspect="1"/>
          </p:cNvPicPr>
          <p:nvPr/>
        </p:nvPicPr>
        <p:blipFill>
          <a:blip r:embed="rId1"/>
          <a:stretch>
            <a:fillRect/>
          </a:stretch>
        </p:blipFill>
        <p:spPr>
          <a:xfrm>
            <a:off x="1191113" y="2240280"/>
            <a:ext cx="9779295" cy="3520440"/>
          </a:xfrm>
          <a:prstGeom prst="rect">
            <a:avLst/>
          </a:prstGeom>
        </p:spPr>
      </p:pic>
      <p:sp>
        <p:nvSpPr>
          <p:cNvPr id="4"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5" name="Text 2"/>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6" name="Text 3"/>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7"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8" name="Text 5"/>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9" name="Text 6"/>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2026-10-23T00:43:04Z</dcterms:created>
  <dcterms:modified xsi:type="dcterms:W3CDTF">2026-10-23T00:43:04Z</dcterms:modified>
</cp:coreProperties>
</file>